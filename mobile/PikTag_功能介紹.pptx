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E8B830"/>
                </a:solidFill>
              </a:defRPr>
            </a:pPr>
            <a:r>
              <a:t># PikTag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A1A2E"/>
                </a:solidFill>
              </a:defRPr>
            </a:pPr>
            <a:r>
              <a:t>用標籤記住每個人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</a:defRPr>
            </a:pPr>
            <a:r>
              <a:t>行動社交 CRM — 功能總覽 &amp;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Phase 1 + Phase 2 + Phase 3  |  全功能已開發完成並部署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5486400"/>
            <a:ext cx="1097280" cy="320040"/>
          </a:xfrm>
          <a:prstGeom prst="round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#標籤管理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5486400"/>
            <a:ext cx="1097280" cy="320040"/>
          </a:xfrm>
          <a:prstGeom prst="round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#CRM提醒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5486400"/>
            <a:ext cx="1097280" cy="320040"/>
          </a:xfrm>
          <a:prstGeom prst="round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#社群連結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5486400"/>
            <a:ext cx="1097280" cy="320040"/>
          </a:xfrm>
          <a:prstGeom prst="round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#社交統計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5486400"/>
            <a:ext cx="1097280" cy="320040"/>
          </a:xfrm>
          <a:prstGeom prst="roundRect">
            <a:avLst/>
          </a:prstGeom>
          <a:solidFill>
            <a:srgbClr val="E8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#附近搜尋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功能架構總覽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474720" cy="50292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</a:defRPr>
            </a:pPr>
            <a:r>
              <a:t>Phase 1 — 基礎功能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① 標籤式人脈管理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② 個人檔案 &amp; QR Code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③ 搜尋與探索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④ 即時聊天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⑤ 便利貼筆記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⑥ 社群連結 (Biolinks)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188720"/>
            <a:ext cx="3474720" cy="502920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371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</a:defRPr>
            </a:pPr>
            <a:r>
              <a:t>Phase 2 — CRM &amp; 黏性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01168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① Biolink 點擊追蹤通知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② 生日/紀念日/合約到期提醒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③ 歷史上的今天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④ 標籤熱度通知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188720"/>
            <a:ext cx="3474720" cy="5029200"/>
          </a:xfrm>
          <a:prstGeom prst="round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371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</a:defRPr>
            </a:pPr>
            <a:r>
              <a:t>Phase 3 — 進階功能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01168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① 附近熱門標籤推薦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② 在這地點你認識誰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③ 社交統計報表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0" y="365760"/>
            <a:ext cx="1097280" cy="3200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✅ 全部完成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首頁 — 人脈總覽</a:t>
            </a:r>
          </a:p>
        </p:txBody>
      </p:sp>
      <p:pic>
        <p:nvPicPr>
          <p:cNvPr id="3" name="Picture 2" descr="02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2449286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B830"/>
                </a:solidFill>
              </a:defRPr>
            </a:pPr>
            <a:r>
              <a:t>核心功能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7373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</a:defRPr>
            </a:pPr>
            <a:r>
              <a:t>📅 動態日期標題 — 自動顯示今日日期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</a:defRPr>
            </a:pPr>
            <a:r>
              <a:t>📍 位置標籤 — 顯示目前所在區域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</a:defRPr>
            </a:pPr>
            <a:r>
              <a:t>🔔 通知鈴鐺 — 一鍵查看所有通知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</a:defRPr>
            </a:pPr>
            <a:r>
              <a:t>📌 定位圖示 — 快速查看附近人脈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</a:defRPr>
            </a:pPr>
            <a:r>
              <a:t>👤 人脈列表 — 顯示所有連結及標籤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</a:defRPr>
            </a:pPr>
            <a:r>
              <a:t>🏷️ 標籤系統 — 每人可加多個標籤分類</a:t>
            </a:r>
          </a:p>
          <a:p>
            <a:pPr>
              <a:spcAft>
                <a:spcPts val="600"/>
              </a:spcAft>
              <a:defRPr sz="1500">
                <a:solidFill>
                  <a:srgbClr val="1A1A2E"/>
                </a:solidFill>
              </a:defRPr>
            </a:pPr>
            <a:r>
              <a:t>⚙️ 篩選排序 — 支援多種排序方式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53035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💡 首頁也會顯示「今日提醒」和「歷史上的今天」卡片</a:t>
            </a:r>
            <a:br/>
            <a:r>
              <a:t>（當天有生日/紀念日的人脈時自動出現）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好友詳情 — 完整人脈檔案</a:t>
            </a:r>
          </a:p>
        </p:txBody>
      </p:sp>
      <p:pic>
        <p:nvPicPr>
          <p:cNvPr id="3" name="Picture 2" descr="03_friend_detail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2449286" cy="5303520"/>
          </a:xfrm>
          <a:prstGeom prst="rect">
            <a:avLst/>
          </a:prstGeom>
        </p:spPr>
      </p:pic>
      <p:pic>
        <p:nvPicPr>
          <p:cNvPr id="4" name="Picture 3" descr="04_friend_detail_c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097280"/>
            <a:ext cx="2449286" cy="5303520"/>
          </a:xfrm>
          <a:prstGeom prst="rect">
            <a:avLst/>
          </a:prstGeom>
        </p:spPr>
      </p:pic>
      <p:pic>
        <p:nvPicPr>
          <p:cNvPr id="5" name="Picture 4" descr="05_friend_detail_biolin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097280"/>
            <a:ext cx="2449286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▲ 個人資料 &amp; 標籤 &amp; 相識紀錄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▲ 便利貼 &amp; CRM 重要提醒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▲ 社群連結 (IG, LinkedIn)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Phase 2 — CRM &amp; 黏性功能</a:t>
            </a:r>
          </a:p>
        </p:txBody>
      </p:sp>
      <p:pic>
        <p:nvPicPr>
          <p:cNvPr id="3" name="Picture 2" descr="04_friend_detail_c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2449286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0972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B830"/>
                </a:solidFill>
              </a:defRPr>
            </a:pPr>
            <a:r>
              <a:t>CRM 重要提醒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73736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🎂 生日提醒 — 記錄好友生日，到期自動通知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💕 紀念日提醒 — 追蹤重要合作紀念日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📋 合約到期提醒 — 商務人脈的合約管理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📝 便利貼筆記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• 為每位好友添加備忘便利貼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• 支援釘選、編輯、刪除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• 淡藍色卡片設計，一目了然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🔗 社群連結追蹤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• 自動記錄誰點擊了你的 Biolink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• 觸發器自動建立通知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• 追蹤 IG、LinkedIn 等平台點擊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通知中心 — 多維度通知</a:t>
            </a:r>
          </a:p>
        </p:txBody>
      </p:sp>
      <p:pic>
        <p:nvPicPr>
          <p:cNvPr id="3" name="Picture 2" descr="07_notif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2449286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B830"/>
                </a:solidFill>
              </a:defRPr>
            </a:pPr>
            <a:r>
              <a:t>四大分類標籤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7373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📋 全部 — 一覽所有通知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👥 追蹤 — 誰追蹤了你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🏷️ 標籤 — 標籤熱度變化通知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📊 CRM — Biolink 點擊 + 生日提醒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五種通知類型：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🔗 Biolink 點擊追蹤 — flowtest 點擊了你的 IG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📈 標籤熱度上升 — #工程師 已有 88 人使用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🎂 生日提醒 — 今天是小花的生日！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👤 新追蹤者 — autotest2 開始追蹤你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📅 歷史上的今天 — 1年前你認識了 Auto哥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搜尋 — 多維度探索人脈</a:t>
            </a:r>
          </a:p>
        </p:txBody>
      </p:sp>
      <p:pic>
        <p:nvPicPr>
          <p:cNvPr id="3" name="Picture 2" descr="06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2449286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B830"/>
                </a:solidFill>
              </a:defRPr>
            </a:pPr>
            <a:r>
              <a:t>五大搜尋分類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7373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# 熱門標籤 — 瀏覽最多人使用的標籤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📍 附近會員 — GPS 定位找附近的人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✅ 認證會員 — 已驗證的專業人士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🔥 附近熱標 (Phase 3 新增) — 你附近最火的標籤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🕐 最近搜尋 — 快速回找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熱門標籤排行：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🥇 #工程師 — 88 位擁有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🥈 #設計師 — 42 位擁有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🥉 #創業家 — 33 位擁有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④ #投資人 — 21 位擁有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⑤ #台大校友 — 15 位擁有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Phase 3 — 社交統計報表</a:t>
            </a:r>
          </a:p>
        </p:txBody>
      </p:sp>
      <p:pic>
        <p:nvPicPr>
          <p:cNvPr id="3" name="Picture 2" descr="10_social_stats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2449286" cy="5303520"/>
          </a:xfrm>
          <a:prstGeom prst="rect">
            <a:avLst/>
          </a:prstGeom>
        </p:spPr>
      </p:pic>
      <p:pic>
        <p:nvPicPr>
          <p:cNvPr id="4" name="Picture 3" descr="11_social_stats_bot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097280"/>
            <a:ext cx="2449286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B830"/>
                </a:solidFill>
              </a:defRPr>
            </a:pPr>
            <a:r>
              <a:t>數據一覽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7373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📊 六大統計卡片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• 總人脈數 &amp; 月增長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• 使用標籤數 &amp; 平均值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• 發送訊息數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• 連結點擊數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• 認證好友數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• 便利貼數量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📈 最常用標籤 Top 5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• 視覺化長條圖排行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📅 人脈時間軸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• 最早 / 最新人脈日期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📝 本週摘要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• 自動統計本週動態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⏱️ 時間篩選器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• 本週 / 本月 / 全部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設定 &amp; 個人檔案</a:t>
            </a:r>
          </a:p>
        </p:txBody>
      </p:sp>
      <p:pic>
        <p:nvPicPr>
          <p:cNvPr id="3" name="Picture 2" descr="08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2322599" cy="5029200"/>
          </a:xfrm>
          <a:prstGeom prst="rect">
            <a:avLst/>
          </a:prstGeom>
        </p:spPr>
      </p:pic>
      <p:pic>
        <p:nvPicPr>
          <p:cNvPr id="4" name="Picture 3" descr="09_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2322599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61120" y="1097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B830"/>
                </a:solidFill>
              </a:defRPr>
            </a:pPr>
            <a:r>
              <a:t>個人檔案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164592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👤 頭像 &amp; 用戶名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📄 個人簡介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🏷️ 標籤展示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📤 分享個人檔案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✏️ 編輯個人資訊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📱 QR Code 名片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3840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B830"/>
                </a:solidFill>
              </a:defRPr>
            </a:pPr>
            <a:r>
              <a:t>設定選項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438912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📱 帳號資訊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📞 通訊錄同步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💌 邀請好友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📍 在這地點你認識誰 ⭐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📊 社交統計報表 ⭐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🔒 隱私 / 通知設定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</a:defRPr>
            </a:pPr>
            <a:r>
              <a:t>🌐 語言 / 深色模式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技術架構 &amp; 測試結果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303520" cy="50292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</a:defRPr>
            </a:pPr>
            <a:r>
              <a:t>🛠️ 技術架構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📱 前端：React Native (Expo SDK 54)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☁️ 後端：Supabase (PostgreSQL + Auth)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⚡ Edge Functions：Deno Runtime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🔄 即時觸發器：PostgreSQL Triggers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🔐 安全：RLS 政策 (40 條)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🌐 部署：Vercel (Web Preview)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📊 資料庫：15 張資料表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🔧 關鍵技術亮點：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• 觸發器自動建立通知 (biolink_click → notify)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• 標籤快照追蹤熱度變化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• GPS 定位附近人脈搜尋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• Edge Function: daily-crm-check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• Edge Function: suggest-tags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303520" cy="50292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</a:defRPr>
            </a:pPr>
            <a:r>
              <a:t>✅ 測試結果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📋 資料庫驗證：29/29 全部通過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• 8 張資料表存在性驗證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• 3 個 CRM 欄位驗證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• 7 項測試資料完整性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• 2 個觸發器 + 2 個函式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• 40 條 RLS 政策覆蓋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• 端到端觸發器整合測試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🖥️ UI 功能測試：22/22 全部通過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• 首頁 5 項 / 搜尋 3 項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• 好友詳情 5 項 / 通知 4 項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• 設定 3 項 / 社交統計 2 項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🔧 程式碼審查：14 個問題已修復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</a:defRPr>
            </a:pPr>
            <a:r>
              <a:t>• 4 個 Critical + 10 個 Major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登入畫面</a:t>
            </a:r>
          </a:p>
        </p:txBody>
      </p:sp>
      <p:pic>
        <p:nvPicPr>
          <p:cNvPr id="3" name="Picture 2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914400"/>
            <a:ext cx="2322599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Supabase Auth 整合 — Email/Password 登入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總結 &amp; 下一步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2286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</a:defRPr>
            </a:pPr>
            <a:r>
              <a:t>✅ 已完成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Phase 1：6 大基礎功能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Phase 2：4 大 CRM 黏性功能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Phase 3：3 大進階功能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全功能自動化測試 77 項通過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14 個 Critical/Major 程式碼問題已修復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88720"/>
            <a:ext cx="5486400" cy="228600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9D30"/>
                </a:solidFill>
              </a:defRPr>
            </a:pPr>
            <a:r>
              <a:t>🔜 可優化項目 (12 Minor)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9202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查詢效能優化 (Promise.all 並行化)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FlatList 虛擬化改善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Haversine 距離公式修正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useMemo / useCallback 優化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</a:defRPr>
            </a:pPr>
            <a:r>
              <a:t>TypeScript 型別完整補齊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</a:defRPr>
            </a:pPr>
            <a:r>
              <a:t>🌐 Live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80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976D2"/>
                </a:solidFill>
              </a:defRPr>
            </a:pPr>
            <a:r>
              <a:t>https://dist-gamma-pink.vercel.app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☁️ Supabase Project: kbwfdskulxnhjckdvghj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B830"/>
                </a:solidFill>
              </a:defRPr>
            </a:pPr>
            <a:r>
              <a:t>Thank You 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